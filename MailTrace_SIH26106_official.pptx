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SIH26106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– AI-Powered Email Threat Detection, GeoLocation and Forensic Intelligence Platform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– [Fill from SIH portal]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 –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 – [Fill from SIH portal]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– [Fill registered name]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MailTrace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t>Prototype: paste / upload a full original email (.eml or Gmail Show original). Output: threat score, hop map, forensic PDF.</a:t>
            </a: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Detection: SPF, DKIM, DMARC + content cues (urgency, lookalike domains, risky URLs) → score 0–100 and label (legitimate / suspicious / phishing–BEC).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GeoLocation: public IPv4 addresses from Received: headers → city / country / ISP on a map (mail servers, not a person).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Forensics: explainable reason list, saved cases, downloadable PDF for SOC / admin review.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The PS asks for threat detection + geolocation + investigative report in software — this is one laptop pipeline.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Same tool for genuine and malicious mail; every score point is a logged reason (not a black box).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User provides the message they received; no mailbox login or interception.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Explainable scoring suitable for forensics; hop map + PDF in one flow.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Honest attribution: infrastructure / ISP only. Gmail–Gmail empty map is shown as expected (no public IPv4).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Heuristic engine now; the same features can host a trained classifier later.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MailTrace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Python 3, FastAPI, Uvicorn — local web prototype (no hardware / SDR).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RFC822 parser; rule engine for stamps + scam cues; SQLite case store; ReportLab PDF; Leaflet map.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Geo: built-in IP table for demo hops + optional ip-api lookup for unknown public IPv4.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Ingest raw email → parse headers/body/URLs → read Authentication-Results (SPF/DKIM/DMARC).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Apply weighted heuristics → extract public IPv4 from Received: → geolocate → score + reasons.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• UI shows banner, stamps, map, why-list; export forensic PDF. Working prototype already runs on laptop.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MailTrace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Software-only PS: no classified data, no Gmail password, no RF hardware. Feasible as a student laptop demo.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Real Show original mails already run through the same pipeline as lab traces.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/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Gmail hides origin IP / IPv6-only hops → map may be empty.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No official SIH phishing dataset; CDN/font links can add small score on real newsletters.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Judges may ask “where is the AI?” if we over-claim a neural network.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Caption empty maps as Gmail–Gmail (expected); still show score and stamps when present.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Demo two real mails (spam + genuine) plus explainable reason list.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Position as explainable heuristic intelligence now; ML on the same features as next step. Ethics: pasted mail only, no identity claim.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MailTrace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College / institute SOC and IT admin: faster triage of fake dean, GST, invoice, and internship-scam mail.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Students and staff: clear “do not pay / click” vs “looks legitimate” with reasons they can understand.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CERT-style review of a single suspicious message without reading raw headers by hand.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Benefits of the solution (social, economic, environmental, etc.)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Social: fewer people falling for BEC / phishing; transparent “servers not a person” geo.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Economic: less fraud loss and less analyst time per ticket; PDF for internal records.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• Environmental: paperless forensic report instead of printed header dumps.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MailTrace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RFC 7208 SPF — https://datatracker.ietf.org/doc/html/rfc7208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RFC 6376 DKIM — https://datatracker.ietf.org/doc/html/rfc6376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RFC 7489 DMARC — https://datatracker.ietf.org/doc/html/rfc7489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RFC 5321 SMTP (mail is relayed; Received chain is servers) — https://datatracker.ietf.org/doc/html/rfc5321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CERT-In / MeitY phishing and BEC advisories — https://www.cert-in.org.in/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APWG Phishing Activity Trends Reports — https://apwg.org/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• Gmail “Show original” (full headers for analysis) — Google Account Help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MailTrace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